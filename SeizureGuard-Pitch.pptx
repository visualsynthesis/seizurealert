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SeizureGuard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Watch Seizure Detection &amp; Alert System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motion monitoring that detects seizure-like activity and automatically alerts your emergency contact with your live GPS location.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2514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34440"/>
            <a:ext cx="25146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3.4M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live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epilepsy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20440" y="1234440"/>
            <a:ext cx="2514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20440" y="1234440"/>
            <a:ext cx="2514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1463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703320" y="21945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will develop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epilepsy in their lifetime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234440"/>
            <a:ext cx="2514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09360" y="1234440"/>
            <a:ext cx="2514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463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SUDEP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92240" y="21945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Unexpected Death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Epilepsy — 3,000+/yr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794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Caregivers and family members need to be alerted immediately when a seizure occurs, especially when the person is alone. Current solutions are expensive, require specialized hardware, or depend on the person being conscious enough to trigger them.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4348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SeizureGuard uses the Apple Watch — a device millions already own — to fill this gap.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2926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MONITOR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1188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7889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Accelerometer reads motion at 50 Hz on a background queue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280160"/>
            <a:ext cx="1920240" cy="2926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463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651760" y="21945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17520" y="2651760"/>
            <a:ext cx="1188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7889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high-magnitude movement for 5+ sec triggers pattern match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46320" y="1280160"/>
            <a:ext cx="1920240" cy="2926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463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846320" y="21945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COUNTDOWN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212080" y="2651760"/>
            <a:ext cx="1188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27889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10-second cancel window with haptic pulses. Tap 'I'M OK' to stop.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040880" y="1280160"/>
            <a:ext cx="1920240" cy="2926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1463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7040880" y="21945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ALERT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06640" y="2651760"/>
            <a:ext cx="1188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0" y="27889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notification fires instantly. SMS with GPS and Maps link follows.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44348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auto-restarts after every alert or cancellation. No manual intervention needed.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Watch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SeizureDetectionService — CoreMotion 50Hz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LocationManager — GPS coordinates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WatchConnectivityManager — Watch → iPhone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MainView / CountdownView / SettingsView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PhoneConnectivityManager — receives alerts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AlertService — notifications + SMS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PhoneContentView — settings + alert log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history persisted to UserDefaults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0" y="4480560"/>
            <a:ext cx="4572000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0" y="4480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Shared:  AlertMessage  +  EmergencyContact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 &amp; Fixed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051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61288"/>
            <a:ext cx="822960" cy="201168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55448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animation was invisible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opacity(0) never changed. Now driven by @State toggle.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023360" cy="1051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240280"/>
            <a:ext cx="54864" cy="10515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50008"/>
            <a:ext cx="822960" cy="20116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55448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local notifications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immediately with no tap needed. SMS is secondary fallback.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4023360" cy="1051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42900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38728"/>
            <a:ext cx="822960" cy="201168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5544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drift in countdown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Floating-point subtraction accumulated error. Now uses wall-clock.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51560"/>
            <a:ext cx="4023360" cy="1051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51560"/>
            <a:ext cx="54864" cy="10515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161288"/>
            <a:ext cx="822960" cy="20116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85216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alert history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log now saved to UserDefaults. Survives app restart.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240280"/>
            <a:ext cx="4023360" cy="1051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2240280"/>
            <a:ext cx="54864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350008"/>
            <a:ext cx="82296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85216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50Hz data off main thread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Accelerometer processing moved to dedicated OperationQueue.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3429000"/>
            <a:ext cx="4023360" cy="1051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3429000"/>
            <a:ext cx="54864" cy="10515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0" y="3538728"/>
            <a:ext cx="822960" cy="201168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85216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+ Privacy manifest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VoiceOver support. PrivacyInfo.xcprivacy for App Store.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+ 8 more fixes including @StateObject misuse, auto-restart, missing contact guard, and debug print cleanup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Release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Xcode project setup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submission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TestFlight beta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188720"/>
            <a:ext cx="2651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Enhancements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11880" y="228600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4688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auto-SMS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emergency contacts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HKWorkoutSession for BG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18872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Platform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92240" y="2286000"/>
            <a:ext cx="2103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4688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HealthKit integration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 secondary signal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complications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Siri Shortcuts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build this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together.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is clean, tested, and ready for Xcode. We need help with App Store submission, clinical validation, and backend integration for automatic alerts.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347472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749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 the interactive web demo →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SeizureGuard  |  February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SeizureGuard — Apple Watch Seizure Detection</dc:title>
  <dc:subject>PptxGenJS Presentation</dc:subject>
  <dc:creator>SeizureGuard Team</dc:creator>
  <cp:lastModifiedBy>SeizureGuard Team</cp:lastModifiedBy>
  <cp:revision>1</cp:revision>
  <dcterms:created xsi:type="dcterms:W3CDTF">2026-02-15T17:22:04Z</dcterms:created>
  <dcterms:modified xsi:type="dcterms:W3CDTF">2026-02-15T17:22:04Z</dcterms:modified>
</cp:coreProperties>
</file>