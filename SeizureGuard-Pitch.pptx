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SeizureGuard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Seizure Detection &amp; Alert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motion monitoring that detects seizure-like activity and automatically alerts your emergency contact with your live GPS location.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live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epilepsy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will develop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epilepsy in their lifetime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SUDEP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Unexpected Death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Epilepsy claims 3,000+/yr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and family members need to be alerted immediately when a seizure occurs, especially when the person is alone. Current solutions are expensive, require specialized hardware, or depend on the person being conscious enough to trigger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SeizureGuard uses the Apple Watch — a device millions already own — to fill this gap.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965960" cy="30175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41732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reads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at 50 Hz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queue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30175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4173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7432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high-magnitude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for 5+ sec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pattern match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965960" cy="30175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4173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COUNTDOWN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7432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cancel 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haptic pulses.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'I'M OK' to stop.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49440" y="1188720"/>
            <a:ext cx="1965960" cy="30175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417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27432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notification fires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instantly. SMS with GPS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Maps link follows.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auto-restarts after every alert or cancellation. No manual intervention needed.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Apple Watch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SeizureDetectionService  —  CoreMotion 50Hz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LocationManager  —  GPS coordinates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WatchConnectivityManager  —  Watch → iPhone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MainView / CountdownView / SettingsView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</a:rPr>
              <a:t>➡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iPhone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PhoneConnectivityManager  —  receives alerts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AlertService  —  notifications + SMS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PhoneContentView  —  settings + alert log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history persisted to UserDefaults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4572000"/>
            <a:ext cx="310896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AlertMessage + EmergencyContact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 &amp; Fixed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60520" cy="1051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80160"/>
            <a:ext cx="77724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508760" y="1252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animation was invisible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opacity(0) never changed. Now driven by @State toggle.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60520" cy="1051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514600"/>
            <a:ext cx="77724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14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0876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drift in countdown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subtraction accumulated error. Now uses wall-clock.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160520" cy="1051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749040"/>
            <a:ext cx="77724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49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508760" y="3721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 data off main thread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processing moved to dedicated OperationQueue.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143000"/>
            <a:ext cx="4160520" cy="1051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280160"/>
            <a:ext cx="7772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280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943600" y="1252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local notifications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immediately with no tap needed. SMS is secondary fallback.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377440"/>
            <a:ext cx="4160520" cy="1051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514600"/>
            <a:ext cx="7772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514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4360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alert history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 now saved to UserDefaults. Survives app restart.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4160520" cy="10515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3749040"/>
            <a:ext cx="777240" cy="22860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749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43600" y="3721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+ Privacy manifest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VoiceOver support. PrivacyInfo.xcprivacy for App Store.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more fixes including @StateObject misuse, auto-restart, missing contact guard, and debug print cleanup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463040"/>
            <a:ext cx="109728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Release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project setup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submission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beta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4069080" y="1463040"/>
            <a:ext cx="1097280" cy="292608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Enhancements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auto-SMS backend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emergency contacts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HKWorkoutSession for BG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5160" y="1463040"/>
            <a:ext cx="109728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Platform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secondary signal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complications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Shortcuts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this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clean, tested, and ready for Xcode. We need help with App Store submission, clinical validation, and backend integration for automatic alerts.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36576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the interactive web demo 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SeizureGuard  | 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SeizureGuard - Apple Watch Seizure Detection</dc:title>
  <dc:subject>PptxGenJS Presentation</dc:subject>
  <dc:creator>SeizureGuard Team</dc:creator>
  <cp:lastModifiedBy>SeizureGuard Team</cp:lastModifiedBy>
  <cp:revision>1</cp:revision>
  <dcterms:created xsi:type="dcterms:W3CDTF">2026-02-15T17:06:20Z</dcterms:created>
  <dcterms:modified xsi:type="dcterms:W3CDTF">2026-02-15T17:06:20Z</dcterms:modified>
</cp:coreProperties>
</file>